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8" r:id="rId7"/>
    <p:sldId id="259" r:id="rId8"/>
    <p:sldId id="260" r:id="rId9"/>
    <p:sldId id="261" r:id="rId10"/>
    <p:sldId id="262" r:id="rId11"/>
    <p:sldId id="263" r:id="rId12"/>
    <p:sldId id="269" r:id="rId13"/>
    <p:sldId id="264" r:id="rId14"/>
    <p:sldId id="265" r:id="rId15"/>
    <p:sldId id="266" r:id="rId16"/>
    <p:sldId id="267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AI辅助项目开发实践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从想法到落地：Vibe Coding开发全记录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杨锟  |  中南大学  |  大模型产品经理实习生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目  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FitGenius AI健身助手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问题背景、解决方案、技术栈、核心AI能力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24688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个人作品集网站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8346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背景、技术实现、AI工作流展示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3566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AI开发方法论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931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Vibe Coding范式、Claude Code最佳实践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FitGenius AI健身助手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项目背景与问题分析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37160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个性化不足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通用健身计划难以匹配个人身体状况、健身目标和可用器材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137160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8" name="Text 6"/>
          <p:cNvSpPr/>
          <p:nvPr/>
        </p:nvSpPr>
        <p:spPr>
          <a:xfrm>
            <a:off x="4846320" y="16459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饮食管理复杂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21031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手动记录饮食耗时且难以准确计算热量和营养素摄入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137160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1" name="Text 9"/>
          <p:cNvSpPr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缺乏智能交互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无法通过自然语言调整计划，遇到问题无法及时获得解答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4023360" cy="137160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4" name="Text 12"/>
          <p:cNvSpPr/>
          <p:nvPr/>
        </p:nvSpPr>
        <p:spPr>
          <a:xfrm>
            <a:off x="4846320" y="32918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效果追踪困难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7490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无法直观看到训练量和体重变化趋势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2" descr="IMG_80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3670"/>
            <a:ext cx="2300605" cy="4989830"/>
          </a:xfrm>
          <a:prstGeom prst="rect">
            <a:avLst/>
          </a:prstGeom>
        </p:spPr>
      </p:pic>
      <p:pic>
        <p:nvPicPr>
          <p:cNvPr id="3" name="图片 1" descr="IMG_80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350" y="154305"/>
            <a:ext cx="2300605" cy="49891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FitGenius AI解决方案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8F8F8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8229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6" name="Text 4"/>
          <p:cNvSpPr/>
          <p:nvPr/>
        </p:nvSpPr>
        <p:spPr>
          <a:xfrm>
            <a:off x="731520" y="11430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个性化训练计划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AI根据用户年龄、身高、体重、健身目标、可用器材生成专属训练计划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8F8F8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73152" cy="8229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0" name="Text 8"/>
          <p:cNvSpPr/>
          <p:nvPr/>
        </p:nvSpPr>
        <p:spPr>
          <a:xfrm>
            <a:off x="731520" y="21031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自然语言交互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用户可通过对话自然地调整计划，如「下次训练把深蹲换成箭步蹲」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8F8F8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73152" cy="8229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4" name="Text 12"/>
          <p:cNvSpPr/>
          <p:nvPr/>
        </p:nvSpPr>
        <p:spPr>
          <a:xfrm>
            <a:off x="731520" y="306324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智能饮食分析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拍照上传食物，AI自动识别并计算卡路里、蛋白质、碳水、脂肪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8F8F8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86200"/>
            <a:ext cx="73152" cy="8229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8" name="Text 16"/>
          <p:cNvSpPr/>
          <p:nvPr/>
        </p:nvSpPr>
        <p:spPr>
          <a:xfrm>
            <a:off x="731520" y="40233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数据可视化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图表展示训练量趋势，体重变化、连续打卡天数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FitGenius 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4" name="Text 2"/>
          <p:cNvSpPr/>
          <p:nvPr/>
        </p:nvSpPr>
        <p:spPr>
          <a:xfrm>
            <a:off x="640080" y="11430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前端框架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51760" y="11430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SwiftUI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37760" y="11430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Apple原生声明式UI框架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8" name="Text 6"/>
          <p:cNvSpPr/>
          <p:nvPr/>
        </p:nvSpPr>
        <p:spPr>
          <a:xfrm>
            <a:off x="640080" y="19202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数据持久化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9202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SwiftData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现代化数据框架，本地优先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2" name="Text 10"/>
          <p:cNvSpPr/>
          <p:nvPr/>
        </p:nvSpPr>
        <p:spPr>
          <a:xfrm>
            <a:off x="640080" y="26974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AI服务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697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通义千问API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6974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qwen3-omni-flash 多轮对话+多模态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6" name="Text 14"/>
          <p:cNvSpPr/>
          <p:nvPr/>
        </p:nvSpPr>
        <p:spPr>
          <a:xfrm>
            <a:off x="640080" y="34747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iOS特性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51760" y="34747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WidgetKit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47472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桌面小组件、Sign in with Apple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20" name="Text 18"/>
          <p:cNvSpPr/>
          <p:nvPr/>
        </p:nvSpPr>
        <p:spPr>
          <a:xfrm>
            <a:off x="640080" y="42519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开发方式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2519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Vibe Coding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4251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Code为主导的AI辅助开发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FitGenius 核心AI能力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6858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6" name="Text 4"/>
          <p:cNvSpPr/>
          <p:nvPr/>
        </p:nvSpPr>
        <p:spPr>
          <a:xfrm>
            <a:off x="731520" y="10058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训练计划生成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generateInitialPlan()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0" y="1097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根据用户profile生成个性化计划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19072"/>
            <a:ext cx="73152" cy="6858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1" name="Text 9"/>
          <p:cNvSpPr/>
          <p:nvPr/>
        </p:nvSpPr>
        <p:spPr>
          <a:xfrm>
            <a:off x="731520" y="18105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计划调整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08483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regeneratePlan()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1901952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自然语言理解用户意图并调整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23744"/>
            <a:ext cx="73152" cy="6858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6" name="Text 14"/>
          <p:cNvSpPr/>
          <p:nvPr/>
        </p:nvSpPr>
        <p:spPr>
          <a:xfrm>
            <a:off x="731520" y="261518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AI健身助手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288950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2706624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多轮对话，返回结构化AIActionCommand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28416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28416"/>
            <a:ext cx="73152" cy="6858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21" name="Text 19"/>
          <p:cNvSpPr/>
          <p:nvPr/>
        </p:nvSpPr>
        <p:spPr>
          <a:xfrm>
            <a:off x="731520" y="341985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饮食分析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3694176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dietChatWithImages()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08960" y="3511296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多模态识别，图片+文字双输入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8229600" cy="68580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33088"/>
            <a:ext cx="73152" cy="6858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26" name="Text 24"/>
          <p:cNvSpPr/>
          <p:nvPr/>
        </p:nvSpPr>
        <p:spPr>
          <a:xfrm>
            <a:off x="731520" y="42245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动作分析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49884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analyzeFitnessMedia()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08960" y="4315968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支持图片/视频健身动作分析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FitGenius 项目成果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4" name="Shape 2"/>
          <p:cNvSpPr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5" name="Text 3"/>
          <p:cNvSpPr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App Store正式上架 - 搜索FitGenius即可下载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8" name="Shape 6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9" name="Text 7"/>
          <p:cNvSpPr/>
          <p:nvPr/>
        </p:nvSpPr>
        <p:spPr>
          <a:xfrm>
            <a:off x="640080" y="21945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TestFlight内测阶段完成 - 收集真实用户反馈并迭代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2" name="Shape 10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3" name="Text 11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完整功能闭环 - 训练计划+饮食记录+数据统计+AI助手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6" name="Shape 14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D4AF37"/>
          </a:solidFill>
        </p:spPr>
      </p:sp>
      <p:sp>
        <p:nvSpPr>
          <p:cNvPr id="17" name="Text 15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0233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隐私合规 - 健康数据本地存储，Sign in with Apple认证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个人作品集网站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AI产品经理能力的在线展示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F8F8F8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9144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7" name="Text 5"/>
          <p:cNvSpPr/>
          <p:nvPr/>
        </p:nvSpPr>
        <p:spPr>
          <a:xfrm>
            <a:off x="731520" y="16002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AI工作流能力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展示使用Claude Code等AI工具的实践经验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solidFill>
            <a:srgbClr val="F8F8F8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60320"/>
            <a:ext cx="73152" cy="9144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1" name="Text 9"/>
          <p:cNvSpPr/>
          <p:nvPr/>
        </p:nvSpPr>
        <p:spPr>
          <a:xfrm>
            <a:off x="731520" y="26974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全栈开发能力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从设计到开发到部署的完整项目经历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8F8F8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657600"/>
            <a:ext cx="73152" cy="91440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5" name="Text 13"/>
          <p:cNvSpPr/>
          <p:nvPr/>
        </p:nvSpPr>
        <p:spPr>
          <a:xfrm>
            <a:off x="731520" y="3794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个人品牌塑造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打造专业的AI产品经理形象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042400" cy="55200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个人网站 技术实现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纯原生技术栈，不依赖前端框架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5" name="Text 3"/>
          <p:cNvSpPr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HTML5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926080" y="1554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语义化标签，结构清晰的网页内容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73152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8" name="Text 6"/>
          <p:cNvSpPr/>
          <p:nvPr/>
        </p:nvSpPr>
        <p:spPr>
          <a:xfrm>
            <a:off x="640080" y="2423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CSS3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26080" y="2423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Flexbox/Grid布局、Dark Theme金色点缀、响应式设计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1" name="Text 9"/>
          <p:cNvSpPr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26080" y="32918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Intersection Observer API实现滚动动画、移动端菜单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4" name="Text 12"/>
          <p:cNvSpPr/>
          <p:nvPr/>
        </p:nvSpPr>
        <p:spPr>
          <a:xfrm>
            <a:off x="640080" y="41605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GitHub Pages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41605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免费托管，HTTPS支持，CDN加速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Vibe Coding开发范式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8229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6" name="Text 4"/>
          <p:cNvSpPr/>
          <p:nvPr/>
        </p:nvSpPr>
        <p:spPr>
          <a:xfrm>
            <a:off x="731520" y="123444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23444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明确需求边界：用自然语言描述你想要的功能，让AI理解产品意图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82296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65960"/>
            <a:ext cx="73152" cy="8229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0" name="Text 8"/>
          <p:cNvSpPr/>
          <p:nvPr/>
        </p:nvSpPr>
        <p:spPr>
          <a:xfrm>
            <a:off x="731520" y="21945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19456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迭代式开发：不追求一次完美，而是通过多轮对话逐步完善功能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73152" cy="8229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4" name="Text 12"/>
          <p:cNvSpPr/>
          <p:nvPr/>
        </p:nvSpPr>
        <p:spPr>
          <a:xfrm>
            <a:off x="731520" y="315468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1546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AI负责实现：代码编写、调试、优化都由AI辅助完成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5F5F5"/>
          </a:solidFill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886200"/>
            <a:ext cx="73152" cy="8229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18" name="Text 16"/>
          <p:cNvSpPr/>
          <p:nvPr/>
        </p:nvSpPr>
        <p:spPr>
          <a:xfrm>
            <a:off x="731520" y="41148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11480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人类负责决策：架构设计、用户体验、边界case由人类判断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Code最佳实践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4" name="Text 2"/>
          <p:cNvSpPr/>
          <p:nvPr/>
        </p:nvSpPr>
        <p:spPr>
          <a:xfrm>
            <a:off x="640080" y="12344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上下文管理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利用CLAUDE.md文件传递项目背景和开发规范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7" name="Text 5"/>
          <p:cNvSpPr/>
          <p:nvPr/>
        </p:nvSpPr>
        <p:spPr>
          <a:xfrm>
            <a:off x="640080" y="21945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模块化开发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一次只让AI做一个功能模块，便于调试和验证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0" name="Text 8"/>
          <p:cNvSpPr/>
          <p:nvPr/>
        </p:nvSpPr>
        <p:spPr>
          <a:xfrm>
            <a:off x="640080" y="31546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代码审查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AI生成的代码需要人工复核，确保符合项目规范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16213E"/>
          </a:solidFill>
        </p:spPr>
      </p:sp>
      <p:sp>
        <p:nvSpPr>
          <p:cNvPr id="13" name="Text 11"/>
          <p:cNvSpPr/>
          <p:nvPr/>
        </p:nvSpPr>
        <p:spPr>
          <a:xfrm>
            <a:off x="640080" y="41148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持续学习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5E5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记录AI开发过程中的问题和解决方案，形成经验积累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D4AF37"/>
          </a:solidFill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8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THANKS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AF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用AI工具放大人类创造力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杨锟  |  中南大学  |  大模型产品经理实习生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1532</Words>
  <Application>WPS 文字</Application>
  <PresentationFormat>On-screen Show (16:9)</PresentationFormat>
  <Paragraphs>224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宋体</vt:lpstr>
      <vt:lpstr>Wingdings</vt:lpstr>
      <vt:lpstr>Arial</vt:lpstr>
      <vt:lpstr>Arial</vt:lpstr>
      <vt:lpstr>Consolas</vt:lpstr>
      <vt:lpstr>苹方-简</vt:lpstr>
      <vt:lpstr>Consolas</vt:lpstr>
      <vt:lpstr>Consolas</vt:lpstr>
      <vt:lpstr>宋体</vt:lpstr>
      <vt:lpstr>汉仪书宋二KW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AI辅助项目开发实践</dc:title>
  <dc:creator>杨锟</dc:creator>
  <dc:subject>PptxGenJS Presentation</dc:subject>
  <cp:lastModifiedBy>杨锟</cp:lastModifiedBy>
  <cp:revision>2</cp:revision>
  <dcterms:created xsi:type="dcterms:W3CDTF">2026-04-17T03:34:15Z</dcterms:created>
  <dcterms:modified xsi:type="dcterms:W3CDTF">2026-04-17T03:34:15Z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2052-12.1.24703.24703</vt:lpwstr>
  </property>
  <property fmtid="{D5CDD505-2E9C-101B-9397-08002B2CF9AE}" pid="3" name="ICV">
    <vt:lpwstr>FD1891648FC6E5C537AAE169B5E76069_42</vt:lpwstr>
  </property>
</Properties>
</file>