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7" r:id="rId10"/>
    <p:sldId id="268" r:id="rId11"/>
    <p:sldId id="269" r:id="rId12"/>
    <p:sldId id="270" r:id="rId13"/>
    <p:sldId id="262" r:id="rId14"/>
    <p:sldId id="263" r:id="rId15"/>
    <p:sldId id="264" r:id="rId16"/>
    <p:sldId id="265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AI驱动的个人知识管理体系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基于Claude Code与Obsidian的双Claude工作流实践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杨锟  |  中南大学  |  大模型产品经理实习生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  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问题背景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2801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传统学习的三大痛点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99339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199339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双Claude工作流架构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工作流实践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270662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三个独立领域的应用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41985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341985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工具链与Prompt工程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3308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413308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实施效果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413308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28天学习成果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问题背景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传统学习方式的三大痛点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86868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知识碎片化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Python语法、算法、机器学习等知识点分散在不同的笔记、网页和视频中，难以形成系统化认知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86868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731520" y="24688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学习效率低下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手动整理笔记耗费大量时间，且难以高效地进行代码练习和错误记录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73152" cy="86868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5" name="Text 13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缺乏有效追踪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无法清晰了解自己的学习进度和薄弱环节，学习目标不够明确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解决方案：Claude Code三种使用方式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4" name="Text 2"/>
          <p:cNvSpPr/>
          <p:nvPr/>
        </p:nvSpPr>
        <p:spPr>
          <a:xfrm>
            <a:off x="640080" y="1143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终端Claude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工具：Mac终端 / VSCode集成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场景：快速命令执行、文件操作、简单调试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8" name="Text 6"/>
          <p:cNvSpPr/>
          <p:nvPr/>
        </p:nvSpPr>
        <p:spPr>
          <a:xfrm>
            <a:off x="640080" y="2423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Trae侧栏插件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工具：Trae IDE（写代码专用）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场景：代码编写、调试、运行、查看运行结果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2" name="Text 10"/>
          <p:cNvSpPr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Obsidian侧栏插件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工具：Obsidian（笔记整理专用）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场景：笔记整理、路线规划，知识归纳、日记记录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分工原则与Prompt模板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分工原则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6" name="Text 4"/>
          <p:cNvSpPr/>
          <p:nvPr/>
        </p:nvSpPr>
        <p:spPr>
          <a:xfrm>
            <a:off x="548640" y="137160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Obsidian Claude：笔记整理、路线规划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1148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8" name="Text 6"/>
          <p:cNvSpPr/>
          <p:nvPr/>
        </p:nvSpPr>
        <p:spPr>
          <a:xfrm>
            <a:off x="548640" y="205740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Trae Claude：代码编写、调试、运行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0" name="Text 8"/>
          <p:cNvSpPr/>
          <p:nvPr/>
        </p:nvSpPr>
        <p:spPr>
          <a:xfrm>
            <a:off x="548640" y="274320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终端Claude Code：快速命令、文件操作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4114800" cy="59436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2" name="Text 10"/>
          <p:cNvSpPr/>
          <p:nvPr/>
        </p:nvSpPr>
        <p:spPr>
          <a:xfrm>
            <a:off x="548640" y="342900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数据互通：Markdown格式关联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可复用Prompt模板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8229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15" name="Text 13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知识总结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用表格总结核心知识点：概念、关键点，应用场景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3931920" cy="8229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18" name="Text 16"/>
          <p:cNvSpPr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代码调试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分析错误原因，给出修复方案和原理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931920" cy="8229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21" name="Text 19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算法思路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通俗解释思路，给出Python实现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工作流在不同领域的实践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三个独立的Obsidian知识库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9144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Claude配置笔记库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~/Desktop/Claude-Config-Notes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Skills使用指南、MCP配置、Plugins设置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73152" cy="9144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AI产品经理学习库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~/Desktop/AI产品经理学习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PM知识，大模型技术、面试准备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37560"/>
            <a:ext cx="73152" cy="9144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7" name="Text 15"/>
          <p:cNvSpPr/>
          <p:nvPr/>
        </p:nvSpPr>
        <p:spPr>
          <a:xfrm>
            <a:off x="731520" y="3429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Code-Learning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~/Desktop/Code-Learning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35661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AI应用开发工程师：Python/算法/AI专项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4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5184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9065895" cy="5179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 - 工具链组合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0058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AI编程助手，终端/Trae/Obsidian三种方式使用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8" name="Text 6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Trae 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代码编写、调试、运行、测试环境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11480" cy="41148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Obsidian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双链笔记工具，知识图谱、本地存储、Markdown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6" name="Text 14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3375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3375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版本控制，备份同步学习代码和笔记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20" name="Text 18"/>
          <p:cNvSpPr/>
          <p:nvPr/>
        </p:nvSpPr>
        <p:spPr>
          <a:xfrm>
            <a:off x="457200" y="4114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LeetCode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41148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算法题库，函数模式和ACM模式（为面试准备）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 - Prompt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角色设定Prompt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为Claude设定特定角色（如Python导师、算法教练）以获得更专业的回答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0" name="Text 8"/>
          <p:cNvSpPr/>
          <p:nvPr/>
        </p:nvSpPr>
        <p:spPr>
          <a:xfrm>
            <a:off x="731520" y="17830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结构化输出Prompt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要求Claude以特定格式（Markdown表格、编号列表）输出结果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4" name="Text 12"/>
          <p:cNvSpPr/>
          <p:nvPr/>
        </p:nvSpPr>
        <p:spPr>
          <a:xfrm>
            <a:off x="731520" y="25603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渐进式调试Prompt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分步骤引导Claude进行代码调试，每步验证后再进行下一步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8" name="Text 16"/>
          <p:cNvSpPr/>
          <p:nvPr/>
        </p:nvSpPr>
        <p:spPr>
          <a:xfrm>
            <a:off x="731520" y="333756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知识归纳Prompt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让Claude帮助总结长篇文档、提取关键知识点</a:t>
            </a:r>
            <a:endParaRPr lang="en-US" sz="1100" dirty="0"/>
          </a:p>
        </p:txBody>
      </p:sp>
      <p:pic>
        <p:nvPicPr>
          <p:cNvPr id="20" name="Image 0" descr="/Users/baojian/Desktop/NetEase_Portfolio/ppt_image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60520"/>
            <a:ext cx="822960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实施效果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28天学习成果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468880" cy="1645920"/>
          </a:xfrm>
          <a:prstGeom prst="rect">
            <a:avLst/>
          </a:prstGeom>
          <a:solidFill>
            <a:srgbClr val="1A1A2E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独立知识库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2468880" cy="1645920"/>
          </a:xfrm>
          <a:prstGeom prst="rect">
            <a:avLst/>
          </a:prstGeom>
          <a:solidFill>
            <a:srgbClr val="1A1A2E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3716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66160" y="21488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LeetCode完成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280160"/>
            <a:ext cx="2468880" cy="1645920"/>
          </a:xfrm>
          <a:prstGeom prst="rect">
            <a:avLst/>
          </a:prstGeom>
          <a:solidFill>
            <a:srgbClr val="1A1A2E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3716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28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核心成果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建立3个独立Obsidian知识库，覆盖Claude配置、AI PM、AI应用开发三个领域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Python基础到算法入门，完整知识体系建立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完成RAG、Agent、LLM API调用等AI专项学习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AI是工具，思考才是核心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杨锟  |  中南大学  |  大模型产品经理实习生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1391</Words>
  <Application>WPS 文字</Application>
  <PresentationFormat>On-screen Show (16:9)</PresentationFormat>
  <Paragraphs>206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AI驱动的个人知识管理体系</dc:title>
  <dc:creator>杨锟</dc:creator>
  <dc:subject>PptxGenJS Presentation</dc:subject>
  <cp:lastModifiedBy>杨锟</cp:lastModifiedBy>
  <cp:revision>2</cp:revision>
  <dcterms:created xsi:type="dcterms:W3CDTF">2026-04-17T03:32:13Z</dcterms:created>
  <dcterms:modified xsi:type="dcterms:W3CDTF">2026-04-17T03:32:13Z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ICV">
    <vt:lpwstr>5788D51697D92839BDA9E169D55C7922_42</vt:lpwstr>
  </property>
</Properties>
</file>