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65760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大模型平台采购项目推进计划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商务拓展策略与差异化优势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内容概览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第一部分：半年分阶段推进计划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第二部分：差异化优势构建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第三部分：关键成功因素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第四部分：总结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4B4"/>
                </a:solidFill>
              </a:defRPr>
            </a:pPr>
            <a:r>
              <a:t>第一部分</a:t>
            </a:r>
            <a:br/>
            <a:r>
              <a:t>半年分阶段推进计划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4B4"/>
                </a:solidFill>
              </a:defRPr>
            </a:pPr>
            <a:r>
              <a:t>半年分阶段推进计划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73152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第一阶段</a:t>
            </a:r>
            <a:br/>
            <a:r>
              <a:t>1-2月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建立信任 → 成为信息部的'内部顾问'</a:t>
            </a:r>
            <a:br/>
            <a:r>
              <a:t>• 深入了解客户痛点  • 提供价值（现状诊断、行业分享）  • 建立连接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286000" cy="73152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第二阶段</a:t>
            </a:r>
            <a:br/>
            <a:r>
              <a:t>2-3月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603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需求深挖 → 方案共创</a:t>
            </a:r>
            <a:br/>
            <a:r>
              <a:t>• 业务部门访谈  • 竞品分析  • 联合设计定制化方案  • 输出《需求分析报告》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2286000" cy="73152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第三阶段</a:t>
            </a:r>
            <a:br/>
            <a:r>
              <a:t>3-5月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749039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方案深化 → POC试点</a:t>
            </a:r>
            <a:br/>
            <a:r>
              <a:t>• 高管层沟通  • 安排POC试点  • 组织客户参观日  • 通过采购部认可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59"/>
            <a:ext cx="2286000" cy="73152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第四阶段</a:t>
            </a:r>
            <a:br/>
            <a:r>
              <a:t>5-6月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937759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商务收尾 → 赢得合同</a:t>
            </a:r>
            <a:br/>
            <a:r>
              <a:t>• 强化差异化  • 风险共担方案  • 高层推动签约  • 完成项目启动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第一阶段：建立信任（1-2月）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🎯 目标：成为信息部的'内部顾问'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📋 关键行动：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深入了解信息部的KPI和痛点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安排技术专家免费做'现状诊断'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分享行业标杆案例（非竞品）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邀请客户参加技术沙龙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每周保持一次沟通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✅ 阶段成果：信息部把我们列为'首选供应商'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第二阶段：需求深挖（2-3月）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🎯 目标：全面了解需求，制定差异化方案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📋 关键行动：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联合信息部访谈业务部门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挖掘'表面需求'背后的'真实需求'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了解两家友商的优势和弱点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和信息部一起设计定制化方案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输出《需求分析报告》和《解决方案建议》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✅ 阶段成果：信息部把我们推荐给业务部门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第三阶段：方案深化（3-5月）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🎯 目标：通过采购部和高管认可，进入商务谈判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📋 关键行动：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安排我方高管拜访客户高管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提出'先试用再采购'方案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选择知识库问答场景做POC试点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组织'客户参观日'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准备好所有资质、认证材料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✅ 阶段成果：POC效果超预期，进入正式商务谈判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第四阶段：商务收尾（5-6月）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🎯 目标：赢得合同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📋 关键行动：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强化vs友商的独特价值（不攻击）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提出'分期付款'、'效果对赌'方案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提供明确的SLA服务承诺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承诺本地化服务团队和数据安全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• 邀请我方高层出席签约仪式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✅ 阶段成果：签署合同，完成项目启动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4B4"/>
                </a:solidFill>
              </a:defRPr>
            </a:pPr>
            <a:r>
              <a:t>第二部分</a:t>
            </a:r>
            <a:br/>
            <a:r>
              <a:t>差异化优势构建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核心策略：我们卖的不只是产品，是'行业专家'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━━━━━━━━━━━━━━━━━━━━━━━━━━━━━━━━━━━━━━━━━━━━━━━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  技术同质化 → 差异化不在产品，在'服务'和'行业经验'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━━━━━━━━━━━━━━━━━━━━━━━━━━━━━━━━━━━━━━━━━━━━━━━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【行业深度壁垒】     【本地化服务承诺】    【安全合规保障】    【业务价值承诺】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服务过XX家同行      30分钟响应           通过XX认证         签效果对赌协议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踩过的坑都填过      4小时到场            帮客户通过审查       用不好不收钱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差异化传递话术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📝 客户问：'你们和A厂商、B厂商有什么区别？'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✅ 标准答案：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'功能层面，大家都差不多，这是事实。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但我想分享三点差异：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1️⃣ 行业经验：服务过XX家同行，踩过的坑我们都填过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2️⃣ 服务承诺：30分钟响应，4小时到场，其他厂商做不到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3️⃣ 业务价值：我们派驻专家帮你们落地，用不好不收钱'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4B4"/>
                </a:solidFill>
              </a:defRPr>
            </a:pPr>
            <a:r>
              <a:t>第三部分</a:t>
            </a:r>
            <a:br/>
            <a:r>
              <a:t>关键成功因素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5个必须做到的事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1️⃣ 让信息部成为我们的'内部 champion'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 → 他们会帮我们在内部推广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2️⃣ 找到业务部门真正的痛点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 → 不是技术问题，是业务问题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3️⃣ 用POC证明价值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 → 说得再好不如让他亲眼看到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4️⃣ 建立高层的信任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 → 高层的一句话顶下面的十句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5️⃣ 把'卖产品'变成'卖服务'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 → 差异化不在产品，在服务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━━━━━━━━━━━━━━━━━━━━━━━━━━━━━━━━━━━━━━━━━━━━━━━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🎯 长周期项目：核心是'关系'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🎯 大项目采购：核心是'信任'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🎯 技术同质化：核心是'行业专家' + '服务承诺'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━━━━━━━━━━━━━━━━━━━━━━━━━━━━━━━━━━━━━━━━━━━━━━━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💡 记住：客户买的不只是产品，是'解决问题'和'降低风险'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4B4"/>
                </a:solidFill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